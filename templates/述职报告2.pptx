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9" r:id="rId5"/>
    <p:sldId id="280" r:id="rId6"/>
    <p:sldId id="285" r:id="rId7"/>
    <p:sldId id="268" r:id="rId8"/>
    <p:sldId id="271" r:id="rId9"/>
    <p:sldId id="277" r:id="rId10"/>
    <p:sldId id="278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B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3750" b="1" dirty="0">
                <a:solidFill>
                  <a:srgbClr val="B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主标题</a:t>
            </a:r>
            <a:r>
              <a:rPr lang="en-US" sz="3750" b="1" dirty="0">
                <a:solidFill>
                  <a:srgbClr val="B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7" name="文本框 6"/>
          <p:cNvSpPr txBox="1"/>
          <p:nvPr/>
        </p:nvSpPr>
        <p:spPr>
          <a:xfrm>
            <a:off x="2392680" y="334708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20xx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年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xx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月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xx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日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汇报人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：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xx</a:t>
            </a:r>
            <a:endParaRPr lang="en-US" alt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6411" b="6411"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50" y="8770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D60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000" b="1" dirty="0">
              <a:solidFill>
                <a:srgbClr val="D60E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079875" y="10882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目录内容占位符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24250" y="20264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D60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000" b="1" dirty="0">
              <a:solidFill>
                <a:srgbClr val="D60E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4250" y="32900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D60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000" b="1" dirty="0">
              <a:solidFill>
                <a:srgbClr val="D60E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084320" y="226425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目录内容占位符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084320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目录内容占位符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</a:t>
            </a: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章节标题</a:t>
            </a:r>
            <a:r>
              <a:rPr 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altLang="zh-CN" sz="22500" b="1" dirty="0">
                <a:solidFill>
                  <a:srgbClr val="FFC5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22500" b="1" dirty="0">
                <a:solidFill>
                  <a:srgbClr val="FFC5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章节序号</a:t>
            </a:r>
            <a:r>
              <a:rPr lang="en-US" altLang="zh-CN" sz="22500" b="1" dirty="0">
                <a:solidFill>
                  <a:srgbClr val="FFC5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altLang="zh-CN" sz="22500" b="1" dirty="0">
              <a:solidFill>
                <a:srgbClr val="FFC5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5165" b="5165"/>
          <a:stretch>
            <a:fillRect/>
          </a:stretch>
        </p:blipFill>
        <p:spPr>
          <a:xfrm>
            <a:off x="0" y="0"/>
            <a:ext cx="9144000" cy="1825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" name="圆角矩形 8"/>
          <p:cNvSpPr/>
          <p:nvPr/>
        </p:nvSpPr>
        <p:spPr>
          <a:xfrm>
            <a:off x="417195" y="147955"/>
            <a:ext cx="4154170" cy="57594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页面标题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（1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框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）}</a:t>
            </a:r>
            <a:endParaRPr lang="en-US" altLang="zh-CN" sz="2000" b="1" spc="300">
              <a:solidFill>
                <a:sysClr val="window" lastClr="FFFFFF"/>
              </a:solidFill>
              <a:latin typeface="Arial" panose="020B07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71500" y="72390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小标题占位符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1}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内容占位符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00325" y="29241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请自行</a:t>
            </a:r>
            <a:r>
              <a:rPr lang="zh-CN" altLang="en-US"/>
              <a:t>添加图片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300" y="1718310"/>
            <a:ext cx="366649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{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小标题占位符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内容占位符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6" name="圆角矩形 25"/>
          <p:cNvSpPr/>
          <p:nvPr/>
        </p:nvSpPr>
        <p:spPr>
          <a:xfrm>
            <a:off x="571500" y="530860"/>
            <a:ext cx="4154170" cy="57594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页面标题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（2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框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）}</a:t>
            </a:r>
            <a:endParaRPr lang="en-US" altLang="zh-CN" sz="2000" b="1" spc="300">
              <a:solidFill>
                <a:sysClr val="window" lastClr="FFFFFF"/>
              </a:solidFill>
              <a:latin typeface="Arial" panose="020B07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Text 1"/>
          <p:cNvSpPr/>
          <p:nvPr/>
        </p:nvSpPr>
        <p:spPr>
          <a:xfrm>
            <a:off x="765810" y="3516630"/>
            <a:ext cx="3828415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1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   {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3525" y="2094865"/>
            <a:ext cx="1935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请自行</a:t>
            </a:r>
            <a:r>
              <a:rPr lang="zh-CN" altLang="en-US"/>
              <a:t>添加图片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7" name="圆角矩形 26"/>
          <p:cNvSpPr/>
          <p:nvPr/>
        </p:nvSpPr>
        <p:spPr>
          <a:xfrm>
            <a:off x="571500" y="255905"/>
            <a:ext cx="4154170" cy="57594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页面标题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（3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框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）}</a:t>
            </a:r>
            <a:endParaRPr lang="en-US" altLang="zh-CN" sz="2000" b="1" spc="300">
              <a:solidFill>
                <a:sysClr val="window" lastClr="FFFFFF"/>
              </a:solidFill>
              <a:latin typeface="Arial" panose="020B07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53820" y="1544955"/>
            <a:ext cx="2085975" cy="254793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28695" y="1544955"/>
            <a:ext cx="2085975" cy="254793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28970" y="1544955"/>
            <a:ext cx="2085975" cy="2547938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590040" y="2219960"/>
            <a:ext cx="1691005" cy="899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</a:t>
            </a: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</a:t>
            </a: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zh-CN" altLang="en-US" sz="1400" b="1"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93160" y="2219960"/>
            <a:ext cx="1722755" cy="1114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zh-CN" altLang="en-US" sz="1400" b="1">
              <a:ea typeface="宋体" pitchFamily="2" charset="-122"/>
            </a:endParaRPr>
          </a:p>
          <a:p>
            <a:pPr indent="0"/>
            <a:endParaRPr lang="zh-CN" sz="1400" b="1"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37250" y="2219960"/>
            <a:ext cx="1666875" cy="899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</a:t>
            </a: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</a:t>
            </a: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zh-CN" sz="1400" b="1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6002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小标题占位符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1}</a:t>
            </a:r>
            <a:endParaRPr lang="en-US" altLang="zh-CN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内容占位符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60274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2}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3}</a:t>
            </a:r>
            <a:endParaRPr lang="en-US" altLang="zh-CN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r">
              <a:lnSpc>
                <a:spcPts val="1690"/>
              </a:lnSpc>
              <a:buNone/>
            </a:pP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325755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小标题占位符</a:t>
            </a:r>
            <a:r>
              <a:rPr lang="en-US" altLang="zh-CN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4}</a:t>
            </a:r>
            <a:endParaRPr lang="en-US" altLang="zh-CN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ts val="1690"/>
              </a:lnSpc>
              <a:buNone/>
            </a:pP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{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内容占位符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4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}</a:t>
            </a:r>
            <a:endParaRPr lang="en-US" sz="1050" dirty="0"/>
          </a:p>
        </p:txBody>
      </p:sp>
      <p:sp>
        <p:nvSpPr>
          <p:cNvPr id="27" name="圆角矩形 26"/>
          <p:cNvSpPr/>
          <p:nvPr/>
        </p:nvSpPr>
        <p:spPr>
          <a:xfrm>
            <a:off x="571500" y="255905"/>
            <a:ext cx="4154170" cy="57594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页面标题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（4</a:t>
            </a:r>
            <a:r>
              <a:rPr lang="zh-CN" altLang="en-US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框</a:t>
            </a:r>
            <a:r>
              <a:rPr lang="en-US" altLang="zh-CN" sz="2000" b="1" spc="300">
                <a:solidFill>
                  <a:sysClr val="window" lastClr="FFFFFF"/>
                </a:solidFill>
                <a:latin typeface="Arial" panose="020B0704020202020204" pitchFamily="34" charset="0"/>
                <a:ea typeface="微软雅黑" panose="020B0503020204020204" pitchFamily="34" charset="-122"/>
                <a:sym typeface="+mn-ea"/>
              </a:rPr>
              <a:t>）}</a:t>
            </a:r>
            <a:endParaRPr lang="en-US" altLang="zh-CN" sz="2000" b="1" spc="300">
              <a:solidFill>
                <a:sysClr val="window" lastClr="FFFFFF"/>
              </a:solidFill>
              <a:latin typeface="Arial" panose="020B07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altLang="zh-CN" sz="3750" b="1" dirty="0">
                <a:solidFill>
                  <a:srgbClr val="B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{</a:t>
            </a:r>
            <a:r>
              <a:rPr lang="zh-CN" altLang="en-US" sz="3750" b="1" dirty="0">
                <a:solidFill>
                  <a:srgbClr val="B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结束语</a:t>
            </a:r>
            <a:r>
              <a:rPr lang="en-US" altLang="zh-CN" sz="3750" b="1" dirty="0">
                <a:solidFill>
                  <a:srgbClr val="B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altLang="zh-CN" sz="3750" b="1" dirty="0">
              <a:solidFill>
                <a:srgbClr val="BB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WPS 文字</Application>
  <PresentationFormat>On-screen Show (16:9)</PresentationFormat>
  <Paragraphs>76</Paragraphs>
  <Slides>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</vt:lpstr>
      <vt:lpstr>微软雅黑</vt:lpstr>
      <vt:lpstr>汉仪书宋二KW</vt:lpstr>
      <vt:lpstr>Calibri</vt:lpstr>
      <vt:lpstr>Helvetica Neue</vt:lpstr>
      <vt:lpstr>宋体</vt:lpstr>
      <vt:lpstr>Arial Unicode MS</vt:lpstr>
      <vt:lpstr>等线</vt:lpstr>
      <vt:lpstr>汉仪中等线KW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周某</cp:lastModifiedBy>
  <cp:revision>12</cp:revision>
  <dcterms:created xsi:type="dcterms:W3CDTF">2026-03-25T04:13:46Z</dcterms:created>
  <dcterms:modified xsi:type="dcterms:W3CDTF">2026-03-25T04:13:46Z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DC803FB57A8EC5EFC402BC6960CF0CCE_43</vt:lpwstr>
  </property>
  <property fmtid="{D5CDD505-2E9C-101B-9397-08002B2CF9AE}" pid="3" name="KSOProductBuildVer">
    <vt:lpwstr>2052-12.1.24031.24031</vt:lpwstr>
  </property>
</Properties>
</file>